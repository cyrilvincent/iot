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66" r:id="rId3"/>
    <p:sldId id="265" r:id="rId4"/>
    <p:sldId id="267" r:id="rId5"/>
    <p:sldId id="268" r:id="rId6"/>
    <p:sldId id="269" r:id="rId7"/>
    <p:sldId id="291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cnadler86/mp_esp_dl_model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causer/awesome-micropyth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 err="1"/>
              <a:t>Artificial</a:t>
            </a:r>
            <a:r>
              <a:rPr lang="fr-FR" altLang="fr-FR" dirty="0"/>
              <a:t>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1D76C-AC2A-6248-0810-44EDEFE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4439D1-A4AC-F416-CBC7-72019EAC2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ML est une branche de l'IA qui permet à une machine d'apprendre</a:t>
            </a:r>
          </a:p>
          <a:p>
            <a:r>
              <a:rPr lang="fr-FR" dirty="0" err="1"/>
              <a:t>Random</a:t>
            </a:r>
            <a:r>
              <a:rPr lang="fr-FR" dirty="0"/>
              <a:t> Forest est un modèle de ML très en vue</a:t>
            </a:r>
          </a:p>
          <a:p>
            <a:r>
              <a:rPr lang="fr-FR" dirty="0" err="1"/>
              <a:t>emlearn-micropython</a:t>
            </a:r>
            <a:endParaRPr lang="fr-FR" dirty="0"/>
          </a:p>
          <a:p>
            <a:pPr marL="400050" lvl="1" indent="0">
              <a:buNone/>
            </a:pPr>
            <a:r>
              <a:rPr lang="fr-FR" dirty="0"/>
              <a:t>import </a:t>
            </a:r>
            <a:r>
              <a:rPr lang="fr-FR" dirty="0" err="1"/>
              <a:t>emlearn_trees</a:t>
            </a:r>
            <a:endParaRPr lang="fr-FR" dirty="0"/>
          </a:p>
          <a:p>
            <a:pPr marL="400050" lvl="1" indent="0">
              <a:buNone/>
            </a:pPr>
            <a:r>
              <a:rPr lang="en-US" dirty="0"/>
              <a:t>with open('xor_model.csv', 'r') as f: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emlearn_trees.load_model</a:t>
            </a:r>
            <a:r>
              <a:rPr lang="en-US" dirty="0"/>
              <a:t>(model, f)</a:t>
            </a:r>
            <a:endParaRPr lang="fr-FR" dirty="0"/>
          </a:p>
          <a:p>
            <a:pPr marL="400050" lvl="1" indent="0">
              <a:buNone/>
            </a:pP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array</a:t>
            </a:r>
            <a:r>
              <a:rPr lang="fr-FR" dirty="0"/>
              <a:t>, out)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97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BEF2C-A2CE-D743-0ADC-F18048A7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réseaux de neurones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5B4ADE-20DB-D20A-0A46-435E146B2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une méthodologie d'apprentissage (Machine Learning) très en vogue</a:t>
            </a:r>
          </a:p>
          <a:p>
            <a:pPr lvl="1"/>
            <a:r>
              <a:rPr lang="fr-FR" dirty="0"/>
              <a:t>Topologie simple MLP</a:t>
            </a:r>
          </a:p>
          <a:p>
            <a:pPr lvl="1"/>
            <a:r>
              <a:rPr lang="fr-FR" dirty="0"/>
              <a:t>MicroMLP.py permet d'exécuter un MLP</a:t>
            </a:r>
          </a:p>
          <a:p>
            <a:pPr lvl="1"/>
            <a:r>
              <a:rPr lang="fr-FR" dirty="0"/>
              <a:t>ESP32 dispose d'environ 200Ko pour le réseau</a:t>
            </a:r>
          </a:p>
          <a:p>
            <a:pPr lvl="1"/>
            <a:r>
              <a:rPr lang="fr-FR" dirty="0"/>
              <a:t>Soit 200K poids en 8 bits (100K poids en 16 bits)</a:t>
            </a:r>
          </a:p>
          <a:p>
            <a:pPr lvl="1"/>
            <a:r>
              <a:rPr lang="fr-FR" dirty="0"/>
              <a:t>Soit 10 </a:t>
            </a:r>
            <a:r>
              <a:rPr lang="fr-FR" dirty="0" err="1"/>
              <a:t>layers</a:t>
            </a:r>
            <a:r>
              <a:rPr lang="fr-FR" dirty="0"/>
              <a:t> de 100 neurones (1000 neurones)</a:t>
            </a:r>
          </a:p>
          <a:p>
            <a:pPr lvl="1"/>
            <a:r>
              <a:rPr lang="fr-FR" dirty="0" err="1"/>
              <a:t>mlp</a:t>
            </a:r>
            <a:r>
              <a:rPr lang="fr-FR" dirty="0"/>
              <a:t> = </a:t>
            </a:r>
            <a:r>
              <a:rPr lang="fr-FR" dirty="0" err="1"/>
              <a:t>MicroMLP.LoadFromFile</a:t>
            </a:r>
            <a:r>
              <a:rPr lang="fr-FR" dirty="0"/>
              <a:t>(</a:t>
            </a:r>
            <a:r>
              <a:rPr lang="fr-FR" dirty="0" err="1"/>
              <a:t>filename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mlp.Predict</a:t>
            </a:r>
            <a:r>
              <a:rPr lang="fr-FR" dirty="0"/>
              <a:t>(</a:t>
            </a:r>
            <a:r>
              <a:rPr lang="fr-FR" dirty="0" err="1"/>
              <a:t>vector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707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75860-1E6B-26BD-8FD8-5C21244D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66AA5-21DD-594C-DDE3-0AA34DE0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384376" cy="5040560"/>
          </a:xfrm>
        </p:spPr>
        <p:txBody>
          <a:bodyPr/>
          <a:lstStyle/>
          <a:p>
            <a:r>
              <a:rPr lang="fr-FR" sz="2400" dirty="0"/>
              <a:t>Utilisation de réseaux de neurones de type CNN</a:t>
            </a:r>
          </a:p>
          <a:p>
            <a:pPr lvl="1"/>
            <a:r>
              <a:rPr lang="fr-FR" sz="2000" dirty="0" err="1"/>
              <a:t>mp_esp_dl_models</a:t>
            </a:r>
            <a:endParaRPr lang="fr-FR" sz="2000" dirty="0"/>
          </a:p>
          <a:p>
            <a:pPr lvl="1"/>
            <a:r>
              <a:rPr lang="fr-FR" sz="2000" dirty="0">
                <a:hlinkClick r:id="rId2"/>
              </a:rPr>
              <a:t>https://github.com/cnadler86/mp_esp_dl_models</a:t>
            </a:r>
            <a:endParaRPr lang="fr-FR" sz="20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7FA55D-F063-9B87-49C9-9BC3920F8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194268"/>
            <a:ext cx="5580112" cy="44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7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5B180-E013-F8B0-5DA0-F13BA1D40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nombreux modules existent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5934C-D207-804B-BC39-1854DC52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la liste non exhaustive</a:t>
            </a:r>
          </a:p>
          <a:p>
            <a:r>
              <a:rPr lang="fr-FR">
                <a:hlinkClick r:id="rId2"/>
              </a:rPr>
              <a:t>https://github.com/mcauser/awesome-micropython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93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C7B9C-632C-F108-F9E4-E8BC7FA0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85BCBB-2C77-73B1-2F81-3FA00B3B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07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D3DA7-6B8F-2BA7-77E9-60812EB5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PCB 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BD11FE-E82C-40E8-2953-5B34A147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510ED6-0652-355B-DAC4-417346CA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363"/>
            <a:ext cx="9144000" cy="31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00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2764</TotalTime>
  <Words>193</Words>
  <Application>Microsoft Office PowerPoint</Application>
  <PresentationFormat>Affichage à l'écran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Machine Learning</vt:lpstr>
      <vt:lpstr>Les réseaux de neurones</vt:lpstr>
      <vt:lpstr>Vision</vt:lpstr>
      <vt:lpstr>De nombreux modules existent</vt:lpstr>
      <vt:lpstr>PCB</vt:lpstr>
      <vt:lpstr>PCB AI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211</cp:revision>
  <dcterms:created xsi:type="dcterms:W3CDTF">2000-04-10T19:33:12Z</dcterms:created>
  <dcterms:modified xsi:type="dcterms:W3CDTF">2025-09-08T15:36:50Z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